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3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달서구 다이어트·비만 클리닉 마케팅 제안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 기반 · 양방 의학 비만치료 검색 선점 전략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0" y="256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병원마케팅
</a:t>
            </a:r>
            <a:pPr algn="r" indent="0" marL="0">
              <a:buNone/>
            </a:pPr>
            <a:r>
              <a:rPr lang="en-US" sz="10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현황 진단 — 기회는 있는데 아무도 안 잡음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5166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최대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515,142명(대구 1위), 다이어트 주 소구층 여성 263,101명.
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공백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 의원 429 &gt; 한의원 173(2.5배)인데 '다이어트' 검색은 한의원이 점유.
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6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갭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위고비·삭센다 검색은 폭증, 비만 진료는 연 174명(대사질환은 13만+).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전략 — 달서구 양방 의학 비만치료 검색 선점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370832"/>
            <a:ext cx="5166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“달서구에서 위고비·삭센다·대사 기반 체중치료를 검색하면 우리 병원이 먼저 보이게.”
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여성 30~50대(40대 코어) · 2차 남성 40~50대(대사증후군 연계).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5532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 계획 (3개월)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73368" y="17830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플레이스 최적화 · 블로그 개설 · 핵심 키워드 설계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73368" y="2450592"/>
            <a:ext cx="457200" cy="457200"/>
          </a:xfrm>
          <a:prstGeom prst="ellipse">
            <a:avLst/>
          </a:prstGeom>
          <a:solidFill>
            <a:srgbClr val="2BB7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2450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생산+테스트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월 8~12편 · 릴스 주 2회 · 소액 광고 A/B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73368" y="311810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3118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키워드 집중 · 상위노출 강화 · 예약동선 개선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532120" cy="1554480"/>
          </a:xfrm>
          <a:prstGeom prst="roundRect">
            <a:avLst>
              <a:gd name="adj" fmla="val 4706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41422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3개월 목표 (KPI)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73368" y="44805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핵심 키워드 네이버 상위노출 8~12개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플레이스 리뷰 +50건 · 예약·문의 +30%(목표)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검색(ChatGPT·Gemini 등) 병원 노출 월 1회 실측 보고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7150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F3B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8338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견적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200만원 그로스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(콘텐츠35·광고35·SEO20·분석10) · 스타터 월100만 옵션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5833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 전략 · 자체 SEO엔진 · AI검색(GEO) 실측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계약 첫 주: 검색현황 진단 → 키워드 맵 → 콘텐츠 캘린더 제공   |   ※ 의료광고법 준수(효과·최상급·전후사진 배제), 수치는 목표치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2026-07-23T10:30:55Z</dcterms:created>
  <dcterms:modified xsi:type="dcterms:W3CDTF">2026-07-23T10:30:55Z</dcterms:modified>
</cp:coreProperties>
</file>